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86059-0671-4AE9-ADA7-8FB2D2A00AE6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68759-81C7-4DD2-907C-53E3DB9742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23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68759-81C7-4DD2-907C-53E3DB97420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692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DDD86-8C36-BBD9-FBAC-630CA0B07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D751C7-E088-BCA2-1660-972966BCB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1CA871-AB7C-89C5-D1B4-A1ECF700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8A9-2675-4FE7-912E-1FE6FFE6E1E8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67C35D-77AC-8523-03CE-B8EA416F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D47AE-C68C-8F6A-687E-C2DC1DFD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6224-54B3-4647-A487-568506507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32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5B7426-07F3-C850-681E-183304F7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F320D-6DEE-B29D-D16A-3BAEE3A1E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A4E736-EE76-9717-DBCE-03273450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8A9-2675-4FE7-912E-1FE6FFE6E1E8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22EB39-5827-F4F0-429A-6F3401574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0DE4FC-5691-550C-BB10-646E6FCB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6224-54B3-4647-A487-568506507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6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FD220-DC6A-8CF9-77B2-931DC9DB5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B9B045-5FEE-C9C1-BF36-5A3F344ED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86FBE8-0C9D-41DD-80E7-38C24A8A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8A9-2675-4FE7-912E-1FE6FFE6E1E8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38DA35-0295-66EB-BF0C-B39CD92E4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D90D9E-34DC-3BDB-940E-18A1EE141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6224-54B3-4647-A487-568506507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30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11D7F3-6319-40B2-49A4-4B697E8A7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B50DCE-0F4E-B02A-585A-DC6F16091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59575F-D903-3C32-5A2B-80BA5B07E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72BEB5-7EC8-A703-F2D2-961CAF0D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8A9-2675-4FE7-912E-1FE6FFE6E1E8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26D8AD-8302-DA9B-CA90-AEEFF786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82C035-AC4C-5373-498C-3011BBF6E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6224-54B3-4647-A487-568506507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154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9D9EF-777B-400E-B5CB-B080B251A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0E694C-38B8-F7DA-106A-A020B7DC8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56F21F-D698-7676-8E99-1C0B53CA3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06CE4F-A5F4-62F6-177C-9C4DB6510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DFE11EE-4355-36D2-8FC8-FCC05D7A4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41D195-4D38-2A54-2DEF-F57A4B1B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8A9-2675-4FE7-912E-1FE6FFE6E1E8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A51A95-D97D-644F-27A3-D8CF8AA6B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907D64-3138-3D22-C63A-C31064C68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6224-54B3-4647-A487-568506507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050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649EFE-51F6-7CE0-9585-70DFD2CB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02B750-7631-F4C2-D53B-393EC0B2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8A9-2675-4FE7-912E-1FE6FFE6E1E8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79CB61-3938-6B18-607B-4B1DE0BF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9C745B-B0A9-BA4C-5751-62409E57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6224-54B3-4647-A487-568506507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509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B0D4DD-08B0-22C8-6C16-E1B52E36B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8A9-2675-4FE7-912E-1FE6FFE6E1E8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FC2C6D-9E14-7ED2-F77B-5DE5A7B63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9078D-9A8A-9061-AF5C-D1DA18FF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6224-54B3-4647-A487-568506507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7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4CF21-AC87-16E0-31F1-A3C68421D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E3E658-D237-3DEA-6D0C-072C9D215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F6608C-B795-6CA4-C141-8DF9785F6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8F090F-7D43-C3BC-1889-C1C82DAAA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8A9-2675-4FE7-912E-1FE6FFE6E1E8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D59725-6F3C-BD51-004C-7061B26D2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BBD857-874D-39E3-3855-4CC0F1564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6224-54B3-4647-A487-568506507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838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39DA6A-2734-B2F7-7190-A52A9DD5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F900815-1CA8-63F8-B175-09750874F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4C8A74-8E6F-8A59-4F3C-D8962D5F6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83273A-5D96-D231-E003-1358F7599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8A9-2675-4FE7-912E-1FE6FFE6E1E8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EE68BC-F495-530F-D176-3AC049364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83E44C-2FDE-3FC3-8E79-0DF07F1F7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6224-54B3-4647-A487-568506507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44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DF706-879B-63CD-7904-BE7AD0B3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054917-9C2B-DFE9-80B5-3095AEF67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FB662D-9C25-7594-A717-6BD99E9C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8A9-2675-4FE7-912E-1FE6FFE6E1E8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2CFD0B-2321-6042-CB7C-F08348910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5DBA59-850B-163B-BD34-9BB5C4BAF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6224-54B3-4647-A487-568506507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53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437EF8-2730-3E0C-366B-6819AD9CB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7ADB66-DD7C-87BE-56F1-FAC769CA9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1EE95A-8AB6-3030-D9FF-ACA75264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8A9-2675-4FE7-912E-1FE6FFE6E1E8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76121-C2A1-2FBC-9CAC-20AE1CF45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3EA4B2-CC2E-A995-FB53-1854CAD1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6224-54B3-4647-A487-568506507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168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B430378-32E4-84AF-7B54-BD06364EB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FDDFE9-03B0-0006-333C-A8D238EC5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B4ADB7-E6C1-4B8E-2EFA-3A36CFA63F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BD8A9-2675-4FE7-912E-1FE6FFE6E1E8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BF64CA-6B2B-5E98-431C-F4C242A01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1E6060-8F9B-9A65-51D4-17B34201D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366224-54B3-4647-A487-568506507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703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1EEFE72-423E-617D-4DA9-A8BEB07A5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086" y="0"/>
            <a:ext cx="4339828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97DC4BA-0B9E-ED46-06EC-521252E4F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919601"/>
            <a:ext cx="3371850" cy="373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5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</Words>
  <Application>Microsoft Office PowerPoint</Application>
  <PresentationFormat>宽屏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 Leihao</dc:creator>
  <cp:lastModifiedBy>Wang Leihao</cp:lastModifiedBy>
  <cp:revision>3</cp:revision>
  <dcterms:created xsi:type="dcterms:W3CDTF">2026-06-09T19:45:06Z</dcterms:created>
  <dcterms:modified xsi:type="dcterms:W3CDTF">2026-06-11T09:33:06Z</dcterms:modified>
</cp:coreProperties>
</file>